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Platform for Centralized Alumni Data Management and Engagement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SIH-25017</a:t>
            </a:r>
          </a:p>
          <a:p>
            <a:r>
              <a:t>Full Stack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Institutions lack a centralized alumni management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 alumni data, engagement, jobs, events, mentorship.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records, disconnected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platform with secure login, dashboard, CRUD, events, jobs.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React.js, Spring Boot, MySQL, Maven, Postman,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UI -&gt; REST API -&gt; Spring Boot -&gt; MySQL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Login, Registration, Dashboard, Alumni, Student, Jobs, Events, Mentorship.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Entities: Admin, Alumni, Student, Job, Event, Mentorship.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Controller, Service, Repository, Entity layers.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React dashboard and forms.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CRUD APIs tested using Postman.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application with authentication and data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Centralized, scalable, secure, user-friendly.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chatbot, recommendations, mobile app, cloud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meets requirements and is extensible.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README, backend, frontend, docs, SQL, diagrams.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