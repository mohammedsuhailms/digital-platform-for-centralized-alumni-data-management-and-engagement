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Digital Platform for Centralized Alumni Data Management and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SIH-25017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Professional Project Presentation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Scattered alumni records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Limited communication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Manual data handling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Centralized alumni database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Secure login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Jobs &amp; mentorship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Events &amp; networking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Frontend: React.js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Backend: Spring Boot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Database: MySQL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Tools: GitHub, Postman, Figma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React UI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REST APIs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Spring Boot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MySQL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Login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Registration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Dashboard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Alumni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Students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Jobs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Events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Mentorship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Admin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Alumni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Student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Job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Event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Mentorship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Layered Architecture: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Controller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Service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Repository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Entity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Responsive dashboard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Modern UI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Forms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Tables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API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CRUD APIs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Authentication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Validated using Postman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Working application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Secure authentication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Centralized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Scalable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Secure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Easy to Maintain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User Friendly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AI Chatbot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Recommendations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Mobile App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Cloud Deployment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README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Source Code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SQL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API Docs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Diagrams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Questions?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18872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