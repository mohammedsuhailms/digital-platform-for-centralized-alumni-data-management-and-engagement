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dy_ Suhail MS" userId="3ce400bbf4c2e465" providerId="LiveId" clId="{BCFECEAE-6866-4617-B5DC-7C1AAB215EF6}"/>
    <pc:docChg chg="modSld">
      <pc:chgData name="Maddy_ Suhail MS" userId="3ce400bbf4c2e465" providerId="LiveId" clId="{BCFECEAE-6866-4617-B5DC-7C1AAB215EF6}" dt="2026-06-29T12:42:36.387" v="0" actId="729"/>
      <pc:docMkLst>
        <pc:docMk/>
      </pc:docMkLst>
      <pc:sldChg chg="mod modShow">
        <pc:chgData name="Maddy_ Suhail MS" userId="3ce400bbf4c2e465" providerId="LiveId" clId="{BCFECEAE-6866-4617-B5DC-7C1AAB215EF6}" dt="2026-06-29T12:42:36.387" v="0" actId="729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" y="1250811"/>
            <a:ext cx="1248969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Digital Platform for Centralized Alumni Data Management and Engagement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005662" y="3132558"/>
            <a:ext cx="6737742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SIH-25017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Professional Project Presentation</a:t>
            </a:r>
            <a:r>
              <a:rPr lang="en-IN" dirty="0"/>
              <a:t> 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                                               BY :   922524148061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                                                        MOHAMMED SUHAIL M 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                                                         III-CSE-AIML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1832" y="1178888"/>
            <a:ext cx="338958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Problem Statement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877843" y="2935913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• Scattered alumni records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Limited communication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• Manual data handling</a:t>
            </a:r>
          </a:p>
        </p:txBody>
      </p:sp>
      <p:sp>
        <p:nvSpPr>
          <p:cNvPr id="5" name="Oval 4"/>
          <p:cNvSpPr/>
          <p:nvPr/>
        </p:nvSpPr>
        <p:spPr>
          <a:xfrm>
            <a:off x="676362" y="1361768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1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41832" y="1573898"/>
            <a:ext cx="196361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Objectives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897507" y="3010636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Centralized alumni database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Secure login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Jobs &amp; mentorship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• Events &amp; networking</a:t>
            </a:r>
          </a:p>
        </p:txBody>
      </p:sp>
      <p:sp>
        <p:nvSpPr>
          <p:cNvPr id="5" name="Oval 4"/>
          <p:cNvSpPr/>
          <p:nvPr/>
        </p:nvSpPr>
        <p:spPr>
          <a:xfrm>
            <a:off x="727390" y="1756778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2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16025" y="1403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2279" y="3142390"/>
            <a:ext cx="381527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Frontend: React.js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Backend: Spring Boot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Database: MySQL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Tools: GitHub, Postman, Figma</a:t>
            </a:r>
          </a:p>
        </p:txBody>
      </p:sp>
      <p:sp>
        <p:nvSpPr>
          <p:cNvPr id="5" name="Oval 4"/>
          <p:cNvSpPr/>
          <p:nvPr/>
        </p:nvSpPr>
        <p:spPr>
          <a:xfrm>
            <a:off x="1017315" y="1586680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68957" y="8915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0230" y="21945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t>React UI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REST APIs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Spring Boot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↓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t>MySQL</a:t>
            </a:r>
          </a:p>
        </p:txBody>
      </p:sp>
      <p:sp>
        <p:nvSpPr>
          <p:cNvPr id="5" name="Oval 4"/>
          <p:cNvSpPr/>
          <p:nvPr/>
        </p:nvSpPr>
        <p:spPr>
          <a:xfrm>
            <a:off x="941832" y="982341"/>
            <a:ext cx="227125" cy="367038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4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" y="10695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3753" y="2001848"/>
            <a:ext cx="1694246" cy="28007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Login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Registration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Dashboard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Alumni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Students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Jobs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Events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Mentorship</a:t>
            </a:r>
          </a:p>
        </p:txBody>
      </p:sp>
      <p:sp>
        <p:nvSpPr>
          <p:cNvPr id="5" name="Oval 4"/>
          <p:cNvSpPr/>
          <p:nvPr/>
        </p:nvSpPr>
        <p:spPr>
          <a:xfrm>
            <a:off x="890606" y="1170088"/>
            <a:ext cx="182880" cy="347472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5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3272" y="1496200"/>
            <a:ext cx="10820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1404" y="2739268"/>
            <a:ext cx="1655646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Admin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Alumni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 *</a:t>
            </a:r>
            <a:r>
              <a:rPr dirty="0"/>
              <a:t>Student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 *</a:t>
            </a:r>
            <a:r>
              <a:rPr dirty="0"/>
              <a:t>Job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Event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Mentorship</a:t>
            </a:r>
          </a:p>
        </p:txBody>
      </p:sp>
      <p:sp>
        <p:nvSpPr>
          <p:cNvPr id="5" name="Oval 4"/>
          <p:cNvSpPr/>
          <p:nvPr/>
        </p:nvSpPr>
        <p:spPr>
          <a:xfrm>
            <a:off x="851277" y="1681759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5742" y="1473856"/>
            <a:ext cx="109678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2968" y="2192593"/>
            <a:ext cx="520126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Layered Architecture: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Controller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Service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Repository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Entity</a:t>
            </a:r>
          </a:p>
        </p:txBody>
      </p:sp>
      <p:sp>
        <p:nvSpPr>
          <p:cNvPr id="5" name="Oval 4"/>
          <p:cNvSpPr/>
          <p:nvPr/>
        </p:nvSpPr>
        <p:spPr>
          <a:xfrm>
            <a:off x="687571" y="1613818"/>
            <a:ext cx="45719" cy="233516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7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47251" y="1464023"/>
            <a:ext cx="108892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6552" y="2591783"/>
            <a:ext cx="2887009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Responsive dashboard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Modern UI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Forms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Tables</a:t>
            </a:r>
          </a:p>
        </p:txBody>
      </p:sp>
      <p:sp>
        <p:nvSpPr>
          <p:cNvPr id="5" name="Oval 4"/>
          <p:cNvSpPr/>
          <p:nvPr/>
        </p:nvSpPr>
        <p:spPr>
          <a:xfrm>
            <a:off x="564371" y="1646903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8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27" y="504887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38749" y="1509989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API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2642" y="2788428"/>
            <a:ext cx="3123291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*C</a:t>
            </a:r>
            <a:r>
              <a:rPr dirty="0"/>
              <a:t>RUD APIs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Authentication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Validated using Postman</a:t>
            </a:r>
          </a:p>
        </p:txBody>
      </p:sp>
      <p:sp>
        <p:nvSpPr>
          <p:cNvPr id="5" name="Oval 4"/>
          <p:cNvSpPr/>
          <p:nvPr/>
        </p:nvSpPr>
        <p:spPr>
          <a:xfrm>
            <a:off x="1256464" y="1489243"/>
            <a:ext cx="182880" cy="566928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9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02774" y="137430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611448"/>
            <a:ext cx="3191386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Working application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Secure authentication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Centralized management</a:t>
            </a:r>
          </a:p>
        </p:txBody>
      </p:sp>
      <p:sp>
        <p:nvSpPr>
          <p:cNvPr id="5" name="Oval 4"/>
          <p:cNvSpPr/>
          <p:nvPr/>
        </p:nvSpPr>
        <p:spPr>
          <a:xfrm>
            <a:off x="964446" y="1480738"/>
            <a:ext cx="392405" cy="335772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*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1" y="1441408"/>
            <a:ext cx="214404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Advantages</a:t>
            </a:r>
            <a:r>
              <a:rPr lang="en-IN" dirty="0"/>
              <a:t>: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617720" y="2326312"/>
            <a:ext cx="2217915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Scalable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Secure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Easy to Maintain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User Friendly</a:t>
            </a:r>
          </a:p>
        </p:txBody>
      </p:sp>
      <p:sp>
        <p:nvSpPr>
          <p:cNvPr id="5" name="Oval 4"/>
          <p:cNvSpPr/>
          <p:nvPr/>
        </p:nvSpPr>
        <p:spPr>
          <a:xfrm>
            <a:off x="1214677" y="1718407"/>
            <a:ext cx="45719" cy="128016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*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4712" y="172339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15494" y="2935224"/>
            <a:ext cx="3745192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AI Chatbot</a:t>
            </a:r>
            <a:r>
              <a:rPr lang="en-IN" dirty="0"/>
              <a:t> Recommendations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*Mobile App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Cloud Deployment</a:t>
            </a:r>
          </a:p>
        </p:txBody>
      </p:sp>
      <p:sp>
        <p:nvSpPr>
          <p:cNvPr id="5" name="Oval 4"/>
          <p:cNvSpPr/>
          <p:nvPr/>
        </p:nvSpPr>
        <p:spPr>
          <a:xfrm>
            <a:off x="850392" y="1906278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*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30918" y="1774723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GitHub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1300" y="2788428"/>
            <a:ext cx="1757917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README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Source Code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SQL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API Docs</a:t>
            </a:r>
          </a:p>
          <a:p>
            <a:pPr>
              <a:defRPr sz="2200">
                <a:solidFill>
                  <a:srgbClr val="F0F0F0"/>
                </a:solidFill>
              </a:defRPr>
            </a:pPr>
            <a:r>
              <a:rPr lang="en-IN" dirty="0"/>
              <a:t>*</a:t>
            </a:r>
            <a:r>
              <a:rPr dirty="0"/>
              <a:t>Diagrams</a:t>
            </a:r>
          </a:p>
        </p:txBody>
      </p:sp>
      <p:sp>
        <p:nvSpPr>
          <p:cNvPr id="5" name="Oval 4"/>
          <p:cNvSpPr/>
          <p:nvPr/>
        </p:nvSpPr>
        <p:spPr>
          <a:xfrm>
            <a:off x="748038" y="1957603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*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"/>
            <a:ext cx="12188952" cy="54864"/>
          </a:xfrm>
          <a:prstGeom prst="rect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60606" y="5527401"/>
            <a:ext cx="252774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rPr dirty="0"/>
              <a:t>Thank</a:t>
            </a:r>
            <a:r>
              <a:rPr lang="en-IN" dirty="0" err="1"/>
              <a:t>ing</a:t>
            </a:r>
            <a:r>
              <a:rPr dirty="0"/>
              <a:t> You</a:t>
            </a:r>
            <a:r>
              <a:rPr lang="en-IN" dirty="0"/>
              <a:t> !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07574" y="1351719"/>
            <a:ext cx="153125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0F0F0"/>
                </a:solidFill>
              </a:defRPr>
            </a:pPr>
            <a:r>
              <a:rPr dirty="0"/>
              <a:t>Questions?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5" name="Oval 4"/>
          <p:cNvSpPr/>
          <p:nvPr/>
        </p:nvSpPr>
        <p:spPr>
          <a:xfrm>
            <a:off x="975163" y="1475723"/>
            <a:ext cx="182880" cy="182880"/>
          </a:xfrm>
          <a:prstGeom prst="ellipse">
            <a:avLst/>
          </a:prstGeom>
          <a:solidFill>
            <a:srgbClr val="00AD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IN" dirty="0"/>
              <a:t>*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0160C-B437-120A-16EB-FDE6CA31D9C8}"/>
              </a:ext>
            </a:extLst>
          </p:cNvPr>
          <p:cNvSpPr txBox="1"/>
          <p:nvPr/>
        </p:nvSpPr>
        <p:spPr>
          <a:xfrm>
            <a:off x="1455174" y="2622538"/>
            <a:ext cx="10259961" cy="172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Title: Digital Platform for Centralized Alumni Data Management and           Engagement (SIH-25017)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Student Name: Mohammed Suhail M S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Register Number: 922524148061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College: V.S.B. Engineering College, Karur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Department: CSE (Artificial Intelligence &amp; Machine Learning)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University: Anna University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Guide: Mrs. Latha P (H.O.D. CSBS Department)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Academic Year: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301</Words>
  <Application>Microsoft Office PowerPoint</Application>
  <PresentationFormat>Custom</PresentationFormat>
  <Paragraphs>102</Paragraphs>
  <Slides>15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Maddy_ Suhail MS</dc:creator>
  <cp:keywords/>
  <dc:description>generated using python-pptx</dc:description>
  <cp:lastModifiedBy>Maddy_ Suhail MS</cp:lastModifiedBy>
  <cp:revision>2</cp:revision>
  <dcterms:created xsi:type="dcterms:W3CDTF">2013-01-27T09:14:16Z</dcterms:created>
  <dcterms:modified xsi:type="dcterms:W3CDTF">2026-06-29T12:42:45Z</dcterms:modified>
  <cp:category/>
</cp:coreProperties>
</file>